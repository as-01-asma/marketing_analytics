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00" autoAdjust="0"/>
    <p:restoredTop sz="96236" autoAdjust="0"/>
  </p:normalViewPr>
  <p:slideViewPr>
    <p:cSldViewPr snapToGrid="0">
      <p:cViewPr varScale="1">
        <p:scale>
          <a:sx n="58" d="100"/>
          <a:sy n="58" d="100"/>
        </p:scale>
        <p:origin x="128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130FF-60BC-4C0C-AEE3-7285F2A694C4}" type="datetimeFigureOut">
              <a:rPr lang="nb-NO" smtClean="0"/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9F6004-803D-4B18-B659-7E2122392222}" type="slidenum">
              <a:rPr lang="nb-NO" smtClean="0"/>
            </a:fld>
            <a:endParaRPr lang="nb-N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Marketing Analytics Business Case</a:t>
            </a:r>
            <a:endParaRPr lang="nb-NO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 to Business Problem</a:t>
            </a:r>
            <a:endParaRPr lang="nb-NO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43209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 </a:t>
            </a:r>
            <a:r>
              <a:rPr lang="en-IN" altLang="en-US" dirty="0"/>
              <a:t>A</a:t>
            </a:r>
            <a:r>
              <a:rPr lang="en-US" dirty="0"/>
              <a:t>n online retail business, is facing reduced customer engagement and conversion rates despite launching several new online marketing campaigns. They are reaching out to you to help conduct a detailed analysis and identify areas for improvement in their marketing strategies.</a:t>
            </a:r>
            <a:endParaRPr lang="en-US" dirty="0"/>
          </a:p>
          <a:p>
            <a:pPr>
              <a:lnSpc>
                <a:spcPct val="170000"/>
              </a:lnSpc>
            </a:pPr>
            <a:endParaRPr lang="en-US" dirty="0"/>
          </a:p>
          <a:p>
            <a:pPr>
              <a:lnSpc>
                <a:spcPct val="170000"/>
              </a:lnSpc>
            </a:pPr>
            <a:r>
              <a:rPr lang="en-US" b="1" dirty="0"/>
              <a:t>Key Points: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Reduced Customer Engagement:</a:t>
            </a:r>
            <a:r>
              <a:rPr lang="en-US" dirty="0"/>
              <a:t> The number of customer interactions and engagement with the site and marketing content has declined.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Decreased Conversion Rates:</a:t>
            </a:r>
            <a:r>
              <a:rPr lang="en-US" dirty="0"/>
              <a:t> Fewer site visitors are converting into paying customers.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High Marketing Expenses:</a:t>
            </a:r>
            <a:r>
              <a:rPr lang="en-US" dirty="0"/>
              <a:t> Significant investments in marketing campaigns are not yielding expected returns.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Need for Customer Feedback Analysis:</a:t>
            </a:r>
            <a:r>
              <a:rPr lang="en-US" dirty="0"/>
              <a:t> Understanding customer opinions about products and services is crucial for improving engagement and conversions.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Performance Indicators (KPIs)</a:t>
            </a:r>
            <a:endParaRPr lang="nb-NO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Conversion Rate: </a:t>
            </a:r>
            <a:r>
              <a:rPr lang="en-US" dirty="0"/>
              <a:t>Percentage of website visitors who make a purchase.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Customer Engagement Rate: </a:t>
            </a:r>
            <a:r>
              <a:rPr lang="en-US" dirty="0"/>
              <a:t>Level of interaction with marketing content (clicks, likes, comments).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Average Order Value (AOV): </a:t>
            </a:r>
            <a:r>
              <a:rPr lang="en-US" dirty="0"/>
              <a:t>Average amount spent by a customer per transaction.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Customer Feedback Score: </a:t>
            </a:r>
            <a:r>
              <a:rPr lang="en-US" dirty="0"/>
              <a:t>Average rating from customer reviews.</a:t>
            </a:r>
            <a:endParaRPr lang="nb-NO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Goals</a:t>
            </a:r>
            <a:endParaRPr lang="nb-NO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US" b="1" dirty="0"/>
              <a:t>Increase Conversion Rates:</a:t>
            </a:r>
            <a:endParaRPr lang="en-US" b="1" dirty="0"/>
          </a:p>
          <a:p>
            <a:pPr lvl="1">
              <a:lnSpc>
                <a:spcPct val="170000"/>
              </a:lnSpc>
            </a:pPr>
            <a:r>
              <a:rPr lang="en-US" b="1" dirty="0"/>
              <a:t>Goal: </a:t>
            </a:r>
            <a:r>
              <a:rPr lang="en-US" dirty="0"/>
              <a:t>Identify factors impacting the conversion rate and provide recommendations to improve it.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Insight: </a:t>
            </a:r>
            <a:r>
              <a:rPr lang="en-US" dirty="0"/>
              <a:t>Highlight key stages where visitors drop off and suggest improvements to optimize the conversion funnel.</a:t>
            </a:r>
            <a:endParaRPr lang="en-US" dirty="0"/>
          </a:p>
          <a:p>
            <a:pPr>
              <a:lnSpc>
                <a:spcPct val="170000"/>
              </a:lnSpc>
            </a:pPr>
            <a:r>
              <a:rPr lang="en-US" b="1" dirty="0"/>
              <a:t>Enhance Customer Engagement: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Goal:</a:t>
            </a:r>
            <a:r>
              <a:rPr lang="en-US" dirty="0"/>
              <a:t> Determine which types of content drive the highest engagement. 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Insight:</a:t>
            </a:r>
            <a:r>
              <a:rPr lang="en-US" dirty="0"/>
              <a:t> Analyze interaction levels with different types of marketing content to inform better content strategies.</a:t>
            </a:r>
            <a:endParaRPr lang="en-US" dirty="0"/>
          </a:p>
          <a:p>
            <a:pPr>
              <a:lnSpc>
                <a:spcPct val="170000"/>
              </a:lnSpc>
            </a:pPr>
            <a:r>
              <a:rPr lang="en-US" b="1" dirty="0"/>
              <a:t>Improve Customer Feedback Scores: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Goal:</a:t>
            </a:r>
            <a:r>
              <a:rPr lang="en-US" dirty="0"/>
              <a:t> Understand common themes in customer reviews and provide actionable insights.</a:t>
            </a:r>
            <a:endParaRPr lang="en-US" dirty="0"/>
          </a:p>
          <a:p>
            <a:pPr lvl="1">
              <a:lnSpc>
                <a:spcPct val="170000"/>
              </a:lnSpc>
            </a:pPr>
            <a:r>
              <a:rPr lang="en-US" b="1" dirty="0"/>
              <a:t>Insight:</a:t>
            </a:r>
            <a:r>
              <a:rPr lang="en-US" dirty="0"/>
              <a:t> Identify recurring positive and negative feedback to guide product and service improvements.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1824</Words>
  <Application>WPS Presentation</Application>
  <PresentationFormat>Widescreen</PresentationFormat>
  <Paragraphs>31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5" baseType="lpstr">
      <vt:lpstr>Arial</vt:lpstr>
      <vt:lpstr>SimSun</vt:lpstr>
      <vt:lpstr>Wingdings</vt:lpstr>
      <vt:lpstr>Aptos Display</vt:lpstr>
      <vt:lpstr>Segoe UI Variable Display</vt:lpstr>
      <vt:lpstr>Aptos</vt:lpstr>
      <vt:lpstr>Segoe UI</vt:lpstr>
      <vt:lpstr>Microsoft YaHei</vt:lpstr>
      <vt:lpstr>Arial Unicode MS</vt:lpstr>
      <vt:lpstr>Calibri</vt:lpstr>
      <vt:lpstr>Office Theme</vt:lpstr>
      <vt:lpstr>Marketing Analytics Business Case</vt:lpstr>
      <vt:lpstr>Introduction to Business Problem</vt:lpstr>
      <vt:lpstr>Key Performance Indicators (KPIs)</vt:lpstr>
      <vt:lpstr>Goals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Ahmad</dc:creator>
  <cp:lastModifiedBy>Asma Shaik</cp:lastModifiedBy>
  <cp:revision>3</cp:revision>
  <dcterms:created xsi:type="dcterms:W3CDTF">2024-07-20T13:50:00Z</dcterms:created>
  <dcterms:modified xsi:type="dcterms:W3CDTF">2026-02-19T05:06:56Z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67B9AC20E8FC4D66B19894EF0CD22432_12</vt:lpwstr>
  </property>
  <property fmtid="{D5CDD505-2E9C-101B-9397-08002B2CF9AE}" pid="3" name="KSOProductBuildVer">
    <vt:lpwstr>1033-12.2.0.23196</vt:lpwstr>
  </property>
</Properties>
</file>